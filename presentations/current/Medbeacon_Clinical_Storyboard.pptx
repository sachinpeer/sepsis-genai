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Medbeacon | The Clinical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914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731520"/>
            <a:ext cx="1600200" cy="34747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94360"/>
            <a:ext cx="100584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5:55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/>
            </a:pPr>
            <a:r>
              <a:t>SYSTEM WAKES UP</a:t>
            </a:r>
          </a:p>
          <a:p>
            <a:pPr algn="ctr">
              <a:defRPr sz="900"/>
            </a:pPr>
            <a:r>
              <a:t>Scans vitals, labs, and notes every 5 mins.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8528" y="731520"/>
            <a:ext cx="1600200" cy="3474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12848" y="594360"/>
            <a:ext cx="100584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6:01 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237744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/>
            </a:pPr>
            <a:r>
              <a:t>UNCOVERING PATTERN</a:t>
            </a:r>
          </a:p>
          <a:p>
            <a:pPr algn="ctr">
              <a:defRPr sz="900"/>
            </a:pPr>
            <a:r>
              <a:t>Heart change (105) &amp; BP change (98).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2736" y="731520"/>
            <a:ext cx="1600200" cy="34747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594360"/>
            <a:ext cx="100584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6:01 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37744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/>
            </a:pPr>
            <a:r>
              <a:t>INTELLIGENT ANALYSIS</a:t>
            </a:r>
          </a:p>
          <a:p>
            <a:pPr algn="ctr">
              <a:defRPr sz="900"/>
            </a:pPr>
            <a:r>
              <a:t>GenAI finds truth in nurse concerns.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6944" y="731520"/>
            <a:ext cx="1600200" cy="34747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41264" y="594360"/>
            <a:ext cx="100584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6:02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237744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/>
            </a:pPr>
            <a:r>
              <a:t>HIGH-PRIORITY ALERT</a:t>
            </a:r>
          </a:p>
          <a:p>
            <a:pPr algn="ctr">
              <a:defRPr sz="900"/>
            </a:pPr>
            <a:r>
              <a:t>RISK: 72 (HIGH). Bile leak risk flagged.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31152" y="731520"/>
            <a:ext cx="160020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05472" y="594360"/>
            <a:ext cx="100584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6:05 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237744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/>
            </a:pPr>
            <a:r>
              <a:t>DR. PRIYA REVIEWS</a:t>
            </a:r>
          </a:p>
          <a:p>
            <a:pPr algn="ctr">
              <a:defRPr sz="900"/>
            </a:pPr>
            <a:r>
              <a:t>Human-in-the-loop review of AI rationale.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731520"/>
            <a:ext cx="1600200" cy="34747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0" y="594360"/>
            <a:ext cx="100584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6:15 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37744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/>
            </a:pPr>
            <a:r>
              <a:t>EARLY INTERVENTION</a:t>
            </a:r>
          </a:p>
          <a:p>
            <a:pPr algn="ctr">
              <a:defRPr sz="900"/>
            </a:pPr>
            <a:r>
              <a:t>Orders antibiotics. Hours before crash.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59568" y="731520"/>
            <a:ext cx="1600200" cy="34747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33888" y="594360"/>
            <a:ext cx="100584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12:00 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51008" y="237744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/>
            </a:pPr>
            <a:r>
              <a:t>PATIENT STABLE</a:t>
            </a:r>
          </a:p>
          <a:p>
            <a:pPr algn="ctr">
              <a:defRPr sz="900"/>
            </a:pPr>
            <a:r>
              <a:t>Early intervention prevented shock.</a:t>
            </a:r>
          </a:p>
        </p:txBody>
      </p:sp>
      <p:sp>
        <p:nvSpPr>
          <p:cNvPr id="25" name="Chevron 24"/>
          <p:cNvSpPr/>
          <p:nvPr/>
        </p:nvSpPr>
        <p:spPr>
          <a:xfrm rot="5400000">
            <a:off x="7132320" y="2011680"/>
            <a:ext cx="1371600" cy="457200"/>
          </a:xfrm>
          <a:prstGeom prst="chevron">
            <a:avLst/>
          </a:prstGeom>
          <a:solidFill>
            <a:srgbClr val="A85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15544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A855F7"/>
                </a:solidFill>
              </a:defRPr>
            </a:pPr>
            <a:r>
              <a:t>DOCTOR FEEDBACK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572000"/>
            <a:ext cx="11612880" cy="201168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BEHIND THE SCENES END-TO-END DATA 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03520"/>
            <a:ext cx="1280160" cy="548640"/>
          </a:xfrm>
          <a:prstGeom prst="rect">
            <a:avLst/>
          </a:prstGeom>
          <a:solidFill>
            <a:srgbClr val="334155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1. Monitors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20" y="5303520"/>
            <a:ext cx="1280160" cy="548640"/>
          </a:xfrm>
          <a:prstGeom prst="rect">
            <a:avLst/>
          </a:prstGeom>
          <a:solidFill>
            <a:srgbClr val="334155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2. Hospital EHR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5303520"/>
            <a:ext cx="1280160" cy="548640"/>
          </a:xfrm>
          <a:prstGeom prst="rect">
            <a:avLst/>
          </a:prstGeom>
          <a:solidFill>
            <a:srgbClr val="334155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3. Red Rover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5303520"/>
            <a:ext cx="1280160" cy="548640"/>
          </a:xfrm>
          <a:prstGeom prst="rect">
            <a:avLst/>
          </a:prstGeom>
          <a:solidFill>
            <a:srgbClr val="334155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4. Backend EKS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5303520"/>
            <a:ext cx="1280160" cy="548640"/>
          </a:xfrm>
          <a:prstGeom prst="rect">
            <a:avLst/>
          </a:prstGeom>
          <a:solidFill>
            <a:srgbClr val="334155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5. Preprocessor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3800" y="5303520"/>
            <a:ext cx="1280160" cy="548640"/>
          </a:xfrm>
          <a:prstGeom prst="rect">
            <a:avLst/>
          </a:prstGeom>
          <a:solidFill>
            <a:srgbClr val="334155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6. GenAI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5303520"/>
            <a:ext cx="1280160" cy="548640"/>
          </a:xfrm>
          <a:prstGeom prst="rect">
            <a:avLst/>
          </a:prstGeom>
          <a:solidFill>
            <a:srgbClr val="334155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7. Guardrails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78440" y="5303520"/>
            <a:ext cx="1280160" cy="548640"/>
          </a:xfrm>
          <a:prstGeom prst="rect">
            <a:avLst/>
          </a:prstGeom>
          <a:solidFill>
            <a:srgbClr val="334155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8. Dashboard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6126480"/>
            <a:ext cx="4572000" cy="274320"/>
          </a:xfrm>
          <a:prstGeom prst="rect">
            <a:avLst/>
          </a:prstGeom>
          <a:solidFill>
            <a:srgbClr val="4755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TOTAL: ~10 SECONDS FROM DATA TO ALERT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