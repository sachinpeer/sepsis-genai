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A day in life : How GENAI helps Dr. Priya detect SEPSIS 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926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5544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0584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5:55 AM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4592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THE SYSTEM WAKES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Every 5 Minutes: The Sepsis AI automatically scans the latest vitals, lab results, and nurse notes for all monitored patients.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371600"/>
            <a:ext cx="1554480" cy="38404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1234440"/>
            <a:ext cx="1005840" cy="27432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6:01 AM</a:t>
            </a:r>
          </a:p>
        </p:txBody>
      </p:sp>
      <p:sp>
        <p:nvSpPr>
          <p:cNvPr id="12" name="Oval 11"/>
          <p:cNvSpPr/>
          <p:nvPr/>
        </p:nvSpPr>
        <p:spPr>
          <a:xfrm>
            <a:off x="2331720" y="164592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UNCOVERING THE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HEART PATTERN CHANGE (HR 105)</a:t>
            </a:r>
            <a:br/>
            <a:r>
              <a:t>BP CHANGE (BP 98)</a:t>
            </a:r>
            <a:br/>
            <a:r>
              <a:t>NURSE CONCERN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371600"/>
            <a:ext cx="1554480" cy="38404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0" y="1234440"/>
            <a:ext cx="1005840" cy="274320"/>
          </a:xfrm>
          <a:prstGeom prst="roundRect">
            <a:avLst/>
          </a:prstGeom>
          <a:solidFill>
            <a:srgbClr val="FAF5F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6:01 AM</a:t>
            </a:r>
          </a:p>
        </p:txBody>
      </p:sp>
      <p:sp>
        <p:nvSpPr>
          <p:cNvPr id="18" name="Oval 17"/>
          <p:cNvSpPr/>
          <p:nvPr/>
        </p:nvSpPr>
        <p:spPr>
          <a:xfrm>
            <a:off x="3977640" y="164592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INTELLIGENT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GenAI analyzes the situation in 9 seconds. Finds the concerning truth beyond borderline numbers.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371600"/>
            <a:ext cx="1554480" cy="3840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77840" y="1234440"/>
            <a:ext cx="1005840" cy="27432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6:02 AM</a:t>
            </a:r>
          </a:p>
        </p:txBody>
      </p:sp>
      <p:sp>
        <p:nvSpPr>
          <p:cNvPr id="24" name="Oval 23"/>
          <p:cNvSpPr/>
          <p:nvPr/>
        </p:nvSpPr>
        <p:spPr>
          <a:xfrm>
            <a:off x="5623560" y="164592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HIGH-PRIORITY 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RISK: 72 (HIGH).</a:t>
            </a:r>
            <a:br/>
            <a:r>
              <a:t>MAP 71, bile leak risk</a:t>
            </a:r>
            <a:br/>
            <a:r>
              <a:t>Confidence: Medium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371600"/>
            <a:ext cx="1554480" cy="38404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1234440"/>
            <a:ext cx="1005840" cy="274320"/>
          </a:xfrm>
          <a:prstGeom prst="roundRect">
            <a:avLst/>
          </a:prstGeom>
          <a:solidFill>
            <a:srgbClr val="FFFBE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6:05 AM</a:t>
            </a:r>
          </a:p>
        </p:txBody>
      </p:sp>
      <p:sp>
        <p:nvSpPr>
          <p:cNvPr id="30" name="Oval 29"/>
          <p:cNvSpPr/>
          <p:nvPr/>
        </p:nvSpPr>
        <p:spPr>
          <a:xfrm>
            <a:off x="7269480" y="164592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👩‍⚕️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DR. PRIYA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Doctor reviews rationale. Feedback loop ensures continuous learning.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1371600"/>
            <a:ext cx="1554480" cy="3840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69680" y="1234440"/>
            <a:ext cx="1005840" cy="2743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6:15 AM</a:t>
            </a:r>
          </a:p>
        </p:txBody>
      </p:sp>
      <p:sp>
        <p:nvSpPr>
          <p:cNvPr id="36" name="Oval 35"/>
          <p:cNvSpPr/>
          <p:nvPr/>
        </p:nvSpPr>
        <p:spPr>
          <a:xfrm>
            <a:off x="8915400" y="16459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EARLY INTERVENTION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Orders critical care immediately. Action begins hours BEFORE a typical crash.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1371600"/>
            <a:ext cx="1554480" cy="38404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515600" y="1234440"/>
            <a:ext cx="1005840" cy="27432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12:00 PM</a:t>
            </a:r>
          </a:p>
        </p:txBody>
      </p:sp>
      <p:sp>
        <p:nvSpPr>
          <p:cNvPr id="42" name="Oval 41"/>
          <p:cNvSpPr/>
          <p:nvPr/>
        </p:nvSpPr>
        <p:spPr>
          <a:xfrm>
            <a:off x="10561320" y="164592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PATIENT STABLE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3291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Blood pressure is healthy (118/75). Early intervention prevented shock.</a:t>
            </a:r>
          </a:p>
        </p:txBody>
      </p:sp>
      <p:sp>
        <p:nvSpPr>
          <p:cNvPr id="46" name="Block Arc 45"/>
          <p:cNvSpPr/>
          <p:nvPr/>
        </p:nvSpPr>
        <p:spPr>
          <a:xfrm rot="9600000">
            <a:off x="6720840" y="3291840"/>
            <a:ext cx="2011680" cy="1828800"/>
          </a:xfrm>
          <a:prstGeom prst="blockArc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212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/>
            </a:pPr>
            <a:r>
              <a:t>BEHIND THE SCENES END-TO-END DATA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1. Bedside Monitors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2. Hospital EHR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3. Red Rover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4. Our Backend 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5. Stage 1 Preprocessor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6. Stage 2 Sonnet 4.5 GenAI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7. Stage 3 Guardrails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5669280"/>
            <a:ext cx="1280160" cy="45720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8. Dashboard Alert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0" y="6309360"/>
            <a:ext cx="3657600" cy="274320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TOTAL: ~10 SECONDS FROM DATA TO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