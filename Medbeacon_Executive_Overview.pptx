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Arial"/>
              </a:defRPr>
            </a:pPr>
            <a:r>
              <a:t>Medbeacon Platform: AI-Powered Clinical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560320" cy="2286000"/>
          </a:xfrm>
          <a:prstGeom prst="roundRect">
            <a:avLst/>
          </a:prstGeom>
          <a:solidFill>
            <a:srgbClr val="F5F3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DATA ACQUISITION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Hospital EHR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475569"/>
                </a:solidFill>
              </a:defRPr>
            </a:pPr>
            <a:r>
              <a:t>• Vitals &amp; Labs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Nurse Notes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Patient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56032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CLINICAL INTELLIGENCE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GenAI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475569"/>
                </a:solidFill>
              </a:defRPr>
            </a:pPr>
            <a:r>
              <a:t>• Early Prediction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Narrative Reasoning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Risk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2560320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CLINICAL ACTION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Clinician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475569"/>
                </a:solidFill>
              </a:defRPr>
            </a:pPr>
            <a:r>
              <a:t>• Sepsis/AKI Alerts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Rationale &amp; Confidence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Override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840480"/>
            <a:ext cx="8412480" cy="54864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2410C"/>
                </a:solidFill>
              </a:defRPr>
            </a:pPr>
            <a:r>
              <a:t>🔒 Secure AWS HIPAA Boundary (BAA Covered) - No PHI Stored Permanently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Medbeacon Inc. | AI-Powered Clinical Intelligence | Sepsis • AKI • Cardiac Arrest •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