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0BD2-D746-3065-E8F2-758DF4399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E1728-3888-5A80-C09C-27311FCE0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1A0D5-CCB9-3457-34B8-984446EA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B27DD-CB87-0A33-B6B3-DD9DC7EA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480BF-FF68-2DCF-63E4-05196EC1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6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B3E5-1A05-987E-3AD4-2D8DBF95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A7FC3-7E6A-00C6-C255-8C8EB2E8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7B547-B6A1-0072-D6EA-CAC99AEB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47264-54EF-EA0B-EBE3-E1F1FD4C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F2FCB-ACDA-2741-9560-A3A297D4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9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3411-2B1C-B7A9-91E8-CE9EB6AE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22051-5AFA-0F76-22DC-57674B4ED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9EC61-327C-3717-AC13-444D13E53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8E174-525D-3FF8-7F8E-7EEF7540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C7E14-0E89-77A7-9377-84A0FD1A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7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136E-0ED7-292B-C6DB-BEB9F52C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82B78-D8F8-5532-C01F-4863C5529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300DB-3E56-7EA6-D24F-E9B06ABCD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533A0-A66D-BF67-C4A0-44A8E646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A482B-413D-97C8-56F2-DA59B014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E3B9-668F-4B20-D16A-A91E5C4D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9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29ACA-86A5-9735-5E57-5371CD9B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2DA21-E9D7-BC08-DA7F-6B7155B92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F263E-C2E9-0F34-68B5-FECE9543D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19937-5603-6724-09C7-476E5A18E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968DB-A3B1-00CA-840B-F4773E147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5B86D-8987-5AEB-A0B4-63722340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050FC-B477-9ABD-48D0-CFF3496E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16861-3BB5-D0A0-F67A-33ABB08D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5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DF24-4F60-A46E-B4DE-C6E657ED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42D88-FB99-E670-7243-5CA436B25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13E0D-BCF1-23CD-0111-FAD6B08E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E4F43-5A43-55C5-CA86-AD616C06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1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7C3317-B557-0A1B-269B-91326CBD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D9B97-632D-AFE1-C456-D8A240FF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54CCD-7D15-06FD-2DCA-70D0C7BF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6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F5E0-364F-0E21-85C2-539FD223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C8D1-8BD8-8D9E-FCC1-B2AF812D8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6DF8F-D20A-29EA-9909-8106FDB51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5E482-E42A-4490-A3A5-9AEDACC9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4FA95-BD1D-8A7B-1D7F-F88FD3BF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66F49-DAFC-D86F-6FFE-3E58FDF7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0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458FB-16E8-BA0B-5879-AB11D6FD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AAF71-8962-DC49-638B-D02B1DEAD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C0C5C-36D0-1139-1D69-E1FDF92AB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86077-C96C-4322-BDE2-3026C90C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F99A5-0EE3-C753-C2FA-D3260653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2983F-2B5B-7C75-7AAE-3C5C8C95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05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F864-BF11-9880-8E88-0218A8D2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1528B-36A5-263E-A085-9D14123F8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13EF7-F4F8-1DB1-469F-B2B14743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7F2C6-DB3E-0C21-A2EB-FF195BD5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3F24-3D3D-191F-99D4-0BB6BF6F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6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5AD0B-C202-EE30-D6B8-0CB3F8633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DDACD-445F-1C6C-7D36-D3CCEEAF3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09EF-E6A5-42D0-424C-E182C62B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CC6D-AB6C-760D-093A-5BCCB764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E0D54-2B26-2A2D-5503-375E3905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8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52F74-1ABA-D0B8-1EA6-D747998C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EC98B-E6CD-C2EC-BDC4-7D1454EF3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89BEF-F01E-44CF-3675-3111590C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DA319-C2A7-2A4E-A892-32AE730455C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3810D-9B07-62BE-78C4-ACCEC2451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EEFE-BCB4-D7E9-6F96-6B4A7396C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E3863-0126-F642-B307-78EA7407F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8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Day in the Life — How a Doctor Experiences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36576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508760" cy="274320"/>
          </a:xfrm>
          <a:prstGeom prst="roundRect">
            <a:avLst/>
          </a:prstGeom>
          <a:solidFill>
            <a:srgbClr val="55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5:55 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557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7788"/>
                </a:solidFill>
                <a:latin typeface="Calibri"/>
              </a:defRPr>
            </a:pPr>
            <a:r>
              <a:t>System Wakes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377440"/>
            <a:ext cx="1371600" cy="36576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Every 5 minutes, Red Rover sends</a:t>
            </a:r>
            <a:br/>
            <a:r>
              <a:t>latest vitals, labs &amp; nurse notes</a:t>
            </a:r>
            <a:br/>
            <a:r>
              <a:t>for all monitored patients.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93391" y="2743200"/>
            <a:ext cx="109728" cy="182880"/>
          </a:xfrm>
          <a:prstGeom prst="rightArrow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21408" y="1005840"/>
            <a:ext cx="1508760" cy="274320"/>
          </a:xfrm>
          <a:prstGeom prst="round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67128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6:00 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78608" y="1508760"/>
            <a:ext cx="548640" cy="54864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9AAD4"/>
                </a:solidFill>
                <a:latin typeface="Calibri"/>
              </a:defRPr>
            </a:pPr>
            <a:r>
              <a:t>Data Flows 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2377440"/>
            <a:ext cx="13716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94560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Patient in Room 312:</a:t>
            </a:r>
            <a:br/>
            <a:r>
              <a:t>HR 105↑  •  SBP 98↓  •  O2 94%↓</a:t>
            </a:r>
            <a:br/>
            <a:r>
              <a:t>Nurse note: 'Not feeling right'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57600" y="2743200"/>
            <a:ext cx="109728" cy="182880"/>
          </a:xfrm>
          <a:prstGeom prst="rightArrow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85616" y="1005840"/>
            <a:ext cx="1508760" cy="27432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31336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6:01 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85616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242816" y="1508760"/>
            <a:ext cx="548640" cy="54864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6C93"/>
                </a:solidFill>
                <a:latin typeface="Calibri"/>
              </a:defRPr>
            </a:pPr>
            <a:r>
              <a:t>AI Analyzes in 9 sec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58768" y="2377440"/>
            <a:ext cx="1371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58768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Preprocessor → LLM → Guardrail</a:t>
            </a:r>
            <a:br/>
            <a:r>
              <a:t>Sonnet 4.5 detects discordance:</a:t>
            </a:r>
            <a:br/>
            <a:r>
              <a:t>numbers say 'borderline' but</a:t>
            </a:r>
            <a:br/>
            <a:r>
              <a:t>notes say 'concerning'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321808" y="2743200"/>
            <a:ext cx="109728" cy="18288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449824" y="1005840"/>
            <a:ext cx="1508760" cy="27432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95544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6:02 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9824" y="1371600"/>
            <a:ext cx="1508760" cy="3017520"/>
          </a:xfrm>
          <a:prstGeom prst="roundRect">
            <a:avLst/>
          </a:prstGeom>
          <a:solidFill>
            <a:srgbClr val="3A2A1A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07024" y="1508760"/>
            <a:ext cx="548640" cy="54864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2976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8A00"/>
                </a:solidFill>
                <a:latin typeface="Calibri"/>
              </a:defRPr>
            </a:pPr>
            <a:r>
              <a:t>Alert Appears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22976" y="2377440"/>
            <a:ext cx="1371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22976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Dashboard shows:</a:t>
            </a:r>
            <a:br/>
            <a:r>
              <a:t>Risk: 72  •  Priority: HIGH</a:t>
            </a:r>
            <a:br/>
            <a:r>
              <a:t>'Post-op Day 3, falling MAP 71,</a:t>
            </a:r>
            <a:br/>
            <a:r>
              <a:t>bile leak risk cannot be excluded'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986016" y="2743200"/>
            <a:ext cx="109728" cy="18288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114032" y="1005840"/>
            <a:ext cx="1508760" cy="2743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9752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6:05 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4032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71232" y="15087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👩‍⚕️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CD4"/>
                </a:solidFill>
                <a:latin typeface="Calibri"/>
              </a:defRPr>
            </a:pPr>
            <a:r>
              <a:t>Dr. Priya Reviews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87184" y="2377440"/>
            <a:ext cx="1371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87184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Sees confidence: Medium</a:t>
            </a:r>
            <a:br/>
            <a:r>
              <a:t>qSOFA: 1  •  SIRS: 3/4  •  SOFA: 2</a:t>
            </a:r>
            <a:br/>
            <a:r>
              <a:t>Reads rationale — agrees with</a:t>
            </a:r>
            <a:br/>
            <a:r>
              <a:t>escalation recommendation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650224" y="2743200"/>
            <a:ext cx="109728" cy="18288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778240" y="1005840"/>
            <a:ext cx="1508760" cy="2743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23960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6:15 AM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78240" y="1371600"/>
            <a:ext cx="1508760" cy="301752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235440" y="150876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1392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Early Intervention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51392" y="237744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51392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Orders blood cultures STAT</a:t>
            </a:r>
            <a:br/>
            <a:r>
              <a:t>Starts broad-spectrum antibiotics</a:t>
            </a:r>
            <a:br/>
            <a:r>
              <a:t>IV fluid bolus initiated</a:t>
            </a:r>
            <a:br/>
            <a:r>
              <a:t>4 hours BEFORE typical crash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10314432" y="2743200"/>
            <a:ext cx="109728" cy="1828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442448" y="1005840"/>
            <a:ext cx="1508760" cy="2743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488168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12:00 PM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42448" y="1371600"/>
            <a:ext cx="1508760" cy="301752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899648" y="150876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Patient Stable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15600" y="237744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15600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Lactate normalized at 1.0</a:t>
            </a:r>
            <a:br/>
            <a:r>
              <a:t>BP stable at 118/75</a:t>
            </a:r>
            <a:br/>
            <a:r>
              <a:t>Patient improving — early</a:t>
            </a:r>
            <a:br/>
            <a:r>
              <a:t>intervention prevented shock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Calibri"/>
              </a:defRPr>
            </a:pPr>
            <a:r>
              <a:t>Behind the Scenes — End-to-End Data Flow</a:t>
            </a:r>
          </a:p>
        </p:txBody>
      </p:sp>
      <p:sp>
        <p:nvSpPr>
          <p:cNvPr id="63" name="Oval 62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Bedside</a:t>
            </a:r>
            <a:br/>
            <a:r>
              <a:t>Monitors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143000" y="5303520"/>
            <a:ext cx="228600" cy="137160"/>
          </a:xfrm>
          <a:prstGeom prst="rightArrow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011680" y="5166360"/>
            <a:ext cx="457200" cy="45720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45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Oracle</a:t>
            </a:r>
            <a:br/>
            <a:r>
              <a:t>Cerner EHR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2514600" y="5303520"/>
            <a:ext cx="228600" cy="13716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3383280" y="516636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461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Red Rover</a:t>
            </a:r>
            <a:br/>
            <a:r>
              <a:t>API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3886200" y="5303520"/>
            <a:ext cx="228600" cy="13716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754880" y="516636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77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Our Backend</a:t>
            </a:r>
            <a:br/>
            <a:r>
              <a:t>EKS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257800" y="5303520"/>
            <a:ext cx="228600" cy="13716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126480" y="5166360"/>
            <a:ext cx="457200" cy="45720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893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Stage 1</a:t>
            </a:r>
            <a:br/>
            <a:r>
              <a:t>Preprocessor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6629400" y="5303520"/>
            <a:ext cx="228600" cy="13716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498079" y="516636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Stage 2</a:t>
            </a:r>
            <a:br/>
            <a:r>
              <a:t>Sonnet 4.5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8001000" y="5303520"/>
            <a:ext cx="228600" cy="137160"/>
          </a:xfrm>
          <a:prstGeom prst="right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869680" y="516636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Stage 3</a:t>
            </a:r>
            <a:br/>
            <a:r>
              <a:t>Guardrail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9372600" y="5303520"/>
            <a:ext cx="228600" cy="13716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241280" y="516636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041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Dashboard</a:t>
            </a:r>
            <a:br/>
            <a:r>
              <a:t>Alert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88168" y="5202823"/>
            <a:ext cx="1481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rPr sz="800" dirty="0"/>
              <a:t>Total: ~9.3 seconds</a:t>
            </a:r>
            <a:br>
              <a:rPr sz="800" dirty="0"/>
            </a:br>
            <a:r>
              <a:rPr sz="800" dirty="0"/>
              <a:t>from data to alert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AABB"/>
                </a:solidFill>
                <a:latin typeface="Calibri"/>
              </a:defRPr>
            </a:pPr>
            <a:r>
              <a:t>The doctor never touches raw data — the system converts vitals into actionable intelligence before the first sip of coffee.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8FD494-2C83-7D2E-3184-23250ECF04EB}"/>
              </a:ext>
            </a:extLst>
          </p:cNvPr>
          <p:cNvSpPr txBox="1"/>
          <p:nvPr/>
        </p:nvSpPr>
        <p:spPr>
          <a:xfrm>
            <a:off x="832104" y="16459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>
                <a:highlight>
                  <a:srgbClr val="C0C0C0"/>
                </a:highlight>
              </a:rPr>
              <a:t>A Day in the Life — How a Doctor Experiences the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</Words>
  <Application>Microsoft Macintosh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Jadhav</dc:creator>
  <cp:lastModifiedBy>Sachin Jadhav</cp:lastModifiedBy>
  <cp:revision>1</cp:revision>
  <dcterms:created xsi:type="dcterms:W3CDTF">2026-04-09T06:03:48Z</dcterms:created>
  <dcterms:modified xsi:type="dcterms:W3CDTF">2026-04-09T06:05:03Z</dcterms:modified>
</cp:coreProperties>
</file>